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6916" y="717754"/>
            <a:ext cx="10788688" cy="37548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200"/>
              </a:spcAft>
              <a:defRPr sz="2200" b="1"/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 INTERNSHIP</a:t>
            </a:r>
          </a:p>
          <a:p>
            <a:pPr algn="ctr">
              <a:spcAft>
                <a:spcPts val="1200"/>
              </a:spcAft>
              <a:defRPr sz="3400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4: DASHBOARD DESIGN</a:t>
            </a:r>
          </a:p>
          <a:p>
            <a:pPr>
              <a:spcAft>
                <a:spcPts val="1200"/>
              </a:spcAft>
              <a:defRPr sz="3000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Sales &amp; Profit Dashboard</a:t>
            </a:r>
          </a:p>
          <a:p>
            <a:pPr>
              <a:spcAft>
                <a:spcPts val="1200"/>
              </a:spcAft>
              <a:defRPr sz="1800" b="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using Tableau and Sales Superstore Dataset</a:t>
            </a:r>
          </a:p>
          <a:p>
            <a:pPr>
              <a:spcAft>
                <a:spcPts val="1200"/>
              </a:spcAft>
              <a:defRPr sz="1000" b="0"/>
            </a:pPr>
            <a:r>
              <a:rPr lang="en-IN" sz="1400" dirty="0"/>
              <a:t>                                                    </a:t>
            </a:r>
          </a:p>
          <a:p>
            <a:pPr>
              <a:spcAft>
                <a:spcPts val="1200"/>
              </a:spcAft>
              <a:defRPr sz="1000" b="0"/>
            </a:pPr>
            <a:endParaRPr lang="en-IN" dirty="0"/>
          </a:p>
          <a:p>
            <a:pPr>
              <a:spcAft>
                <a:spcPts val="1200"/>
              </a:spcAft>
              <a:defRPr sz="1000" b="0"/>
            </a:pPr>
            <a:r>
              <a:rPr lang="en-IN" dirty="0"/>
              <a:t>                                    </a:t>
            </a:r>
          </a:p>
          <a:p>
            <a:pPr algn="ctr">
              <a:spcAft>
                <a:spcPts val="1200"/>
              </a:spcAft>
              <a:defRPr sz="1000" b="0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A8B00B-F683-E645-8270-AEBA918261A7}"/>
              </a:ext>
            </a:extLst>
          </p:cNvPr>
          <p:cNvSpPr txBox="1"/>
          <p:nvPr/>
        </p:nvSpPr>
        <p:spPr>
          <a:xfrm>
            <a:off x="9281652" y="4895165"/>
            <a:ext cx="16145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Alke Pragathi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26164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interactive dashboard that communicates important business information to stakeholders.</a:t>
            </a:r>
          </a:p>
          <a:p>
            <a:pPr>
              <a:spcAft>
                <a:spcPts val="1200"/>
              </a:spcAft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Sales, Profit and Growth-related performance through clear KPIs and visualizations.</a:t>
            </a:r>
          </a:p>
          <a:p>
            <a:pPr>
              <a:spcAft>
                <a:spcPts val="1200"/>
              </a:spcAft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filters and interactive actions so users can explore the data dynamically.</a:t>
            </a:r>
          </a:p>
          <a:p>
            <a:pPr>
              <a:spcAft>
                <a:spcPts val="1200"/>
              </a:spcAft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time-series analysis to understand sales trends over time.</a:t>
            </a:r>
          </a:p>
          <a:p>
            <a:pPr>
              <a:spcAft>
                <a:spcPts val="1200"/>
              </a:spcAft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consistent visual theme and organized dashboard layout.</a:t>
            </a:r>
          </a:p>
          <a:p>
            <a:pPr>
              <a:spcAft>
                <a:spcPts val="1200"/>
              </a:spcAft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dashboard that supports faster business decision-making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1552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DATASET – SALES SUPERSTORE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used: Sales Superstore.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business fields include Order ID, Order Date, Sales, Profit, Quantity and Discount.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dimensions include Category, Sub-Category and Product Name.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Geographical dimensions include Region, State and City.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dimension includes Segment.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suitable for sales performance, profitability and trend analysis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76899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KEY PERFORMANCE INDICATORS (KPIs)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1463039"/>
            <a:ext cx="1675459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</a:t>
            </a:r>
          </a:p>
          <a:p>
            <a:pPr>
              <a:defRPr sz="2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SUM(Sales)</a:t>
            </a:r>
          </a:p>
          <a:p>
            <a:pPr>
              <a:defRPr sz="1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revenue generated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32588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47872" y="1463039"/>
            <a:ext cx="1766317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</a:t>
            </a:r>
          </a:p>
          <a:p>
            <a:pPr>
              <a:defRPr sz="2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SUM(Profit)</a:t>
            </a:r>
          </a:p>
          <a:p>
            <a:pPr>
              <a:defRPr sz="1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profit generated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36792" y="1463039"/>
            <a:ext cx="2401107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ORDERS</a:t>
            </a:r>
          </a:p>
          <a:p>
            <a:pPr>
              <a:defRPr sz="2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CNTD(Order ID)</a:t>
            </a:r>
          </a:p>
          <a:p>
            <a:pPr>
              <a:defRPr sz="1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customer 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32588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25712" y="1463039"/>
            <a:ext cx="1783950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</a:t>
            </a:r>
          </a:p>
          <a:p>
            <a:pPr>
              <a:defRPr sz="2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/ Sales</a:t>
            </a:r>
          </a:p>
          <a:p>
            <a:pPr>
              <a:defRPr sz="1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 indicator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10515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 provide an immediate summary of business performance.</a:t>
            </a:r>
          </a:p>
          <a:p>
            <a:pPr>
              <a:spcAft>
                <a:spcPts val="1200"/>
              </a:spcAft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can be filtered by Year, Region, Category and Segment to update the KPIs.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820333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TABLEAU DASHBOARD – EXECUTIVE 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1280160"/>
            <a:ext cx="1314784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</a:t>
            </a:r>
          </a:p>
          <a:p>
            <a:pPr>
              <a:defRPr sz="2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</a:p>
          <a:p>
            <a:pPr>
              <a:defRPr sz="1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Filtered KPI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14300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10712" y="1280160"/>
            <a:ext cx="1413657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</a:t>
            </a:r>
          </a:p>
          <a:p>
            <a:pPr>
              <a:defRPr sz="2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</a:p>
          <a:p>
            <a:pPr>
              <a:defRPr sz="1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Filtered KPI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14300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53912" y="1280160"/>
            <a:ext cx="1477777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ORDERS</a:t>
            </a:r>
          </a:p>
          <a:p>
            <a:pPr>
              <a:defRPr sz="2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</a:p>
          <a:p>
            <a:pPr>
              <a:defRPr sz="1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Filtered KPI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1143000"/>
            <a:ext cx="2880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97112" y="1280160"/>
            <a:ext cx="1565044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</a:t>
            </a:r>
          </a:p>
          <a:p>
            <a:pPr>
              <a:defRPr sz="23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</a:p>
          <a:p>
            <a:pPr>
              <a:defRPr sz="1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Filtered KPI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14600"/>
            <a:ext cx="54406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32952" y="2971800"/>
            <a:ext cx="178061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Trend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514600"/>
            <a:ext cx="260604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48677" y="2971800"/>
            <a:ext cx="156164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Category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2514600"/>
            <a:ext cx="26974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456098" y="2971800"/>
            <a:ext cx="16160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by Category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60520"/>
            <a:ext cx="34747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44416" y="4617720"/>
            <a:ext cx="139172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Region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4160520"/>
            <a:ext cx="347472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42705" y="4617720"/>
            <a:ext cx="151035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Segment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4160520"/>
            <a:ext cx="379476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88342" y="4617720"/>
            <a:ext cx="265431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Products / Sales vs Profit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5. VISUALIZATIONS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Trend – line chart to analyze sales movement over time.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Category – bar chart to compare sales across product categories.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by Category – bar chart to compare profitability by category.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Region – bar chart to identify high- and low-performing regions.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Products – ranked bar chart showing products with highest sales.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vs Profit – scatter plot to compare revenue and profitability.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vs Profit – scatter plot to study the relationship between discount and profit.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Segment – pie chart to show sales contribution by customer segment.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6403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6.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dirty="0"/>
              <a:t>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/ slicer-style controls: Year, Region, Category and Segment.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a filter updates the dashboard views and KPI values.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filter actions can connect one chart to other sheets.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Tooltips display additional information when users hover over marks.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drill into categories, regions, products and time periods.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navigation menu or dashboard buttons can be added for multiple dashboard pages.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9902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TABLEAU CREATION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Connect Tableau to the sales_superstore.csv dataset.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Verify field data types such as Order Date, Sales, Profit, Quantity and Discount.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Create KPI worksheets for Total Sales, Total Profit, Total Orders and Profit Margin.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Create individual worksheets for trend, category, region, product, segment and relationship analysis.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Combine the worksheets into an Executive Dashboard.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Add filters and dashboard actions for interactivity.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Format titles, labels, tooltips and spacing using a consistent theme.</a:t>
            </a:r>
          </a:p>
          <a:p>
            <a:pPr>
              <a:spcAft>
                <a:spcPts val="1200"/>
              </a:spcAft>
              <a:defRPr sz="16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Save the final workbook as a packaged Tableau workbook (.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twbx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41072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 a single view of sales and profitability performance.</a:t>
            </a:r>
          </a:p>
          <a:p>
            <a:pPr>
              <a:spcAft>
                <a:spcPts val="1200"/>
              </a:spcAft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trend analysis helps identify periods of increasing or decreasing sales.</a:t>
            </a:r>
          </a:p>
          <a:p>
            <a:pPr>
              <a:spcAft>
                <a:spcPts val="1200"/>
              </a:spcAft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and regional comparisons highlight stronger and weaker business areas.</a:t>
            </a:r>
          </a:p>
          <a:p>
            <a:pPr>
              <a:spcAft>
                <a:spcPts val="1200"/>
              </a:spcAft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Top-product analysis helps identify products contributing most to sales.</a:t>
            </a:r>
          </a:p>
          <a:p>
            <a:pPr>
              <a:spcAft>
                <a:spcPts val="1200"/>
              </a:spcAft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vs Profit highlights products or areas where high sales do not necessarily mean high profit.</a:t>
            </a:r>
          </a:p>
          <a:p>
            <a:pPr>
              <a:spcAft>
                <a:spcPts val="1200"/>
              </a:spcAft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vs Profit helps investigate how discounting may affect profitability.</a:t>
            </a:r>
          </a:p>
          <a:p>
            <a:pPr>
              <a:spcAft>
                <a:spcPts val="1200"/>
              </a:spcAft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filters allow stakeholders to analyze performance for specific business segments.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65710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DASHBOARD 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the most important KPIs at the top for quick understanding.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appropriate chart types for comparison, trend and relationship analysis.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unnecessary visual elements and maintain clear spacing.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consistent formatting for fonts, numbers, titles and labels.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filters easy to locate and understand.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meaningful titles and tooltips so stakeholders can interpret each chart quickly.</a:t>
            </a:r>
          </a:p>
          <a:p>
            <a:pPr>
              <a:spcAft>
                <a:spcPts val="1200"/>
              </a:spcAft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actionable information rather than displaying every available field.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31582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Tableau dashboard transforms the Sales Superstore dataset into an interactive business analysis tool.</a:t>
            </a:r>
          </a:p>
          <a:p>
            <a:pPr>
              <a:spcAft>
                <a:spcPts val="1200"/>
              </a:spcAft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KPIs, trend analysis, comparisons and relationship charts in one dashboard.</a:t>
            </a:r>
          </a:p>
          <a:p>
            <a:pPr>
              <a:spcAft>
                <a:spcPts val="1200"/>
              </a:spcAft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and dashboard actions make the report interactive and stakeholder-friendly.</a:t>
            </a:r>
          </a:p>
          <a:p>
            <a:pPr>
              <a:spcAft>
                <a:spcPts val="1200"/>
              </a:spcAft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can support decisions related to products, regions, customer segments, discounts and profitability.</a:t>
            </a:r>
          </a:p>
          <a:p>
            <a:pPr>
              <a:spcAft>
                <a:spcPts val="1200"/>
              </a:spcAft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task demonstrates practical skills in Tableau dashboard design and business data visualization.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60172" y="3059668"/>
            <a:ext cx="347165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841</Words>
  <Application>Microsoft Office PowerPoint</Application>
  <PresentationFormat>Widescreen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maturi pavani</dc:creator>
  <cp:keywords/>
  <dc:description>generated using python-pptx</dc:description>
  <cp:lastModifiedBy>maturi pavani</cp:lastModifiedBy>
  <cp:revision>3</cp:revision>
  <dcterms:created xsi:type="dcterms:W3CDTF">2013-01-27T09:14:16Z</dcterms:created>
  <dcterms:modified xsi:type="dcterms:W3CDTF">2026-09-06T10:59:22Z</dcterms:modified>
  <cp:category/>
</cp:coreProperties>
</file>